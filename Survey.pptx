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7116-B262-E6B9-30EC-143D15C51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9F56B-88DC-B8C5-FC6B-5917E068E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28BDD-54B0-0710-77D8-40E5CF56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ACB38-7C85-1818-E411-F1757D01D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4C2E4-78B8-3180-8EB5-F21BF56B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2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4B978-828E-5BC2-5383-E1BE5334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6E623-11B9-4D10-91AB-52A5A9269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EB338-7D70-F792-8F07-1930CBBCB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8656-A2AE-E496-0CB7-ECB44A7E8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FDB3B-3D1A-F129-6147-3E9396E4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0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0495F-8B2B-7E99-6AC9-C9B564B4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7762C-B14B-4BE8-D9B3-23B4173F0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8C8E6-12AB-AE51-D4F6-A611E2DC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3B4E1-CA1D-9F31-7688-2E0365538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22874-A69F-53FD-06DE-8D9010BC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8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6DD00-92B8-8968-95A3-35D015EF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6B36E-19AB-AE70-6A5F-8E01FB74C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1CC3B-507C-9BA1-1577-38152CA5C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8F412-91D7-6C27-7FA8-F9FAB0FE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7CFCB-2CC8-1F69-56E8-B8043A6B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A4333-DC3E-9B44-53AA-124EC46A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80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F06D-AC4E-A4EA-31A2-29D99A05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DDFE6-949C-8D0A-68BC-4BF86F04A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2CDEB-43AA-7498-B958-34353909D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CB0F62-7A5A-EDE9-F8EA-21975AC9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70E397-81C1-7552-BBD3-45BB8204F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1E9D6A-A084-E038-AB78-5356E868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90D356-1BDB-155B-E71B-0FAC0EAD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B13A1-EA4D-702B-FF6C-76C32575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5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6D2F5-3D90-2C07-3B6B-06CF1DEB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B491B-CAD2-2510-3A75-5E6FF5CF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72835-683B-160C-8A79-9472A1A98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79604-FF66-0DBE-4878-EFC32A71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04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59EC9A-DAF8-715E-F7C3-65BFECB8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6E44F-F788-6620-9C7D-3638D0FBF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F5F6D-537C-0F1F-EE88-D563FC94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82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2BEB-24CE-DE0A-3C23-A29197DA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88CCC-973C-0E84-CC4C-F112AA920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82EBF-AB43-93FD-E0C5-73D97D7A3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ACEFC-A9FB-5BFF-1CCE-ADB02D394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DB3E1-03DF-57A5-04C0-37990FE4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A231E-485F-C8EC-B84C-A3BCD7AC8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35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E4502-FF74-2163-AF16-2FD2093AE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FB1FAC-FEA8-10A0-EC18-6CD32EC22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D721B-164C-95B2-9F8D-8E5F8DBC7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B6501-2240-9182-1E9B-A197A15D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25EA5-03DD-198B-4BC3-A112190E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DD07C-FBA3-66CE-B96D-07E24136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8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C7724-45EC-0742-DA9C-909E47E2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56F03-B6D2-5814-E813-82AFA3E0B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A909A-2162-4170-8E28-33B56021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1D07D-1032-0843-6335-A36BE3A3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4CF63-1DE8-15DE-93CA-E765D3D0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87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D2F16-01BA-CE7D-0299-F5F2B4BF3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EA1C9-FDB1-3D05-6022-18ED37D09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94745-45B8-C05F-AF63-5E32B36E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2445-FA16-AE91-6C93-02AC70A2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46D08-E1B3-3A6F-9DC0-B081A7A5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7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4F7B1-8A19-D899-FD5D-144F2206B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BD15F-096E-68C1-C8CE-A01293822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31F46-0B84-B2EC-4ED0-7205300FF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ED824-A0E3-DA4C-9D3D-3C10C4631643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CDFE7-07AE-ED4B-8373-023C17450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C7C11-041C-C82D-6716-8961708BF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076BA-17ED-8842-A5BD-A6DAE3F63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inyurl.com/NCYTEP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B79CE-87DB-5B80-229A-7BD3776FC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NCyTE would appreciate your feedback!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25758-1A92-58F2-E259-C179B0AD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856830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Before leaving, please take our brief survey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https://tinyurl.com/NCYTEPD</a:t>
            </a:r>
            <a:endParaRPr lang="en-US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20388BE2-9BEF-E8B2-CB68-C3F2F48D8E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24991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NCyTE would appreciate your feedback!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Silvana McCormick</dc:creator>
  <cp:lastModifiedBy>Jirik, Jiri</cp:lastModifiedBy>
  <cp:revision>2</cp:revision>
  <dcterms:created xsi:type="dcterms:W3CDTF">2025-02-14T15:27:28Z</dcterms:created>
  <dcterms:modified xsi:type="dcterms:W3CDTF">2026-06-05T19:02:09Z</dcterms:modified>
</cp:coreProperties>
</file>